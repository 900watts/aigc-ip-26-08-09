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54864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/>
            <a:r>
              <a:rPr sz="2800">
                <a:solidFill>
                  <a:srgbClr val="FF8A4C"/>
                </a:solidFill>
                <a:latin typeface="Plus Jakarta Sans"/>
              </a:rPr>
              <a:t>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1A1F2E"/>
                </a:solidFill>
                <a:latin typeface="Fraunces"/>
              </a:rPr>
              <a:t>莞仔的漫博一日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F8A4C"/>
                </a:solidFill>
                <a:latin typeface="Fraunces"/>
              </a:rPr>
              <a:t>Guànzǎi · One Day at ACTIF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2011680" cy="54864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1A1F2E"/>
                </a:solidFill>
                <a:latin typeface="Plus Jakarta Sans"/>
              </a:rPr>
              <a:t>一个会跟你聊天的 IP 吉祥物 · H5 互动体验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第十六届中国国际动漫博览会 · AIGC 黑客松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9A36A"/>
                </a:solidFill>
                <a:latin typeface="Plus Jakarta Sans"/>
              </a:rPr>
              <a:t>Group A7 · 2026.08.09 · 东莞石排</a:t>
            </a:r>
          </a:p>
        </p:txBody>
      </p:sp>
      <p:pic>
        <p:nvPicPr>
          <p:cNvPr id="10" name="Picture 9" descr="mascot-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280160"/>
            <a:ext cx="274165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01 · 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Fraunces"/>
              </a:rPr>
              <a:t>吉祥物不能只是 POSE, 他要会说话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5E9CD2"/>
                </a:solidFill>
                <a:latin typeface="Plus Jakarta Sans"/>
              </a:rPr>
              <a:t>现在的漫博 IP 传播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海报、贴纸、表情包都是单向输出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用户只能看, 不能跟 IP 互动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同一个 IP, 永远只有一套话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工作人员要回答几千条重复问题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线下流量无法变成可复用的内容资产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我们想做的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IP 角色可以像真人一样聊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永远在漫博中心门口 "在线"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朋友圈文案、活动推荐、冷知识随手问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用户拿到的不只是看, 是 "我跟 莞仔 聊了"</a:t>
            </a:r>
          </a:p>
          <a:p>
            <a:pPr algn="l"/>
            <a:r>
              <a:rPr sz="1800" b="0">
                <a:solidFill>
                  <a:srgbClr val="1A1F2E"/>
                </a:solidFill>
                <a:latin typeface="Plus Jakarta Sans"/>
              </a:rPr>
              <a:t>• 一次开发, 持续产生新内容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02 ·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Fraunces"/>
              </a:rPr>
              <a:t>把 莞仔 变成可对话的 IP 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1A1F2E"/>
                </a:solidFill>
                <a:latin typeface="Plus Jakarta Sans"/>
              </a:rPr>
              <a:t>一个 H5 落地页, 三件事: 5 站视觉海报 + 莞仔 角色 + 实时聊天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46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8A4C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F2E"/>
                </a:solidFill>
                <a:latin typeface="Fraunces"/>
              </a:rPr>
              <a:t>5 站视觉海报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AI 生成的 莞仔 漫步漫博中心: 清晨·东莞 / 展馆入口 / 潮玩馆 / 签售舞台 / 夜幕·灯笼。每站都藏一个会说话的 IP。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01752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246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FB8E8"/>
                </a:solidFill>
                <a:latin typeface="Plus Jakarta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F2E"/>
                </a:solidFill>
                <a:latin typeface="Fraunces"/>
              </a:rPr>
              <a:t>可点 莞仔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42062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每站都嵌一个会跳 idle/wave/blink 三态的 莞仔。点他一下, 用 AI 模板引擎生成一句带场景感的俏皮话。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017520"/>
            <a:ext cx="356616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2461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C9A36A"/>
                </a:solidFill>
                <a:latin typeface="Plus Jakarta San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A1F2E"/>
                </a:solidFill>
                <a:latin typeface="Fraunces"/>
              </a:rPr>
              <a:t>实时聊天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420624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右下角悬浮气泡, 点开就是完整聊天抽屉。调用本地 Ollama 真实 LLM, 用 莞仔 persona + 漫博知识库回答。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03 ·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Fraunces"/>
              </a:rPr>
              <a:t>浏览器 ↔ 本地代理 ↔ Ollama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103120" cy="2377440"/>
          </a:xfrm>
          <a:prstGeom prst="roundRect">
            <a:avLst>
              <a:gd name="adj" fmla="val 12000"/>
            </a:avLst>
          </a:prstGeom>
          <a:solidFill>
            <a:srgbClr val="FCE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F2E"/>
                </a:solidFill>
                <a:latin typeface="Fraunces"/>
              </a:rPr>
              <a:t>H5 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A1F2E"/>
                </a:solidFill>
                <a:latin typeface="Plus Jakarta Sans"/>
              </a:rPr>
              <a:t>HTML / CSS / JS
纯静态
无构建步骤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286000"/>
            <a:ext cx="2103120" cy="2377440"/>
          </a:xfrm>
          <a:prstGeom prst="roundRect">
            <a:avLst>
              <a:gd name="adj" fmla="val 12000"/>
            </a:avLst>
          </a:prstGeom>
          <a:solidFill>
            <a:srgbClr val="7F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raunces"/>
              </a:rPr>
              <a:t>本地代理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632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lus Jakarta Sans"/>
              </a:rPr>
              <a:t>Python http.server
/api/ollama
解决 CORS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286000"/>
            <a:ext cx="2103120" cy="2377440"/>
          </a:xfrm>
          <a:prstGeom prst="roundRect">
            <a:avLst>
              <a:gd name="adj" fmla="val 12000"/>
            </a:avLst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raunces"/>
              </a:rPr>
              <a:t>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0632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lus Jakarta Sans"/>
              </a:rPr>
              <a:t>glm-5.2:cloud
qwen3 / deepseek
fallback 离线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286000"/>
            <a:ext cx="2103120" cy="2377440"/>
          </a:xfrm>
          <a:prstGeom prst="roundRect">
            <a:avLst>
              <a:gd name="adj" fmla="val 12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5603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Fraunces"/>
              </a:rPr>
              <a:t>莞仔 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63240"/>
            <a:ext cx="21031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Plus Jakarta Sans"/>
              </a:rPr>
              <a:t>persona.md
知识库 + 语气
≤80 字回复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291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C9A36A"/>
                </a:solidFill>
                <a:latin typeface="Plus Jakarta San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291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C9A36A"/>
                </a:solidFill>
                <a:latin typeface="Plus Jakarta San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291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C9A36A"/>
                </a:solidFill>
                <a:latin typeface="Plus Jakarta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Plus Jakarta Sans"/>
              </a:rPr>
              <a:t>关键技术点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698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• NDJSON 流式响应, token 逐字渲染, 像真人在打字</a:t>
            </a:r>
          </a:p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• Persona 内嵌完整 ACTIF 知识库, 不会胡说时间地点</a:t>
            </a:r>
          </a:p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• Ollama 不可用时, 自动 fallback 到 莞仔 口吻的离线模板</a:t>
            </a:r>
          </a:p>
          <a:p>
            <a:pPr algn="l"/>
            <a:r>
              <a:rPr sz="1500" b="0">
                <a:solidFill>
                  <a:srgbClr val="1A1F2E"/>
                </a:solidFill>
                <a:latin typeface="Plus Jakarta Sans"/>
              </a:rPr>
              <a:t>• 同源代理避免浏览器 CORS 阻断, 不依赖任何外部服务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E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04 · AIGC 痕迹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Fraunces"/>
              </a:rPr>
              <a:t>每一处都看得到 AI 在干活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109728" cy="2286000"/>
          </a:xfrm>
          <a:prstGeom prst="rect">
            <a:avLst/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Fraunces"/>
              </a:rPr>
              <a:t>7 张图片全部 AI 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7180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Plus Jakarta Sans"/>
              </a:rPr>
              <a:t>5 张场景插画 + 1 张 3 态 sprite + 1 张分享卡背景, 用统一 prompt 工程保证 莞仔 不换脸、不换衣。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19456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2194560"/>
            <a:ext cx="109728" cy="2286000"/>
          </a:xfrm>
          <a:prstGeom prst="rect">
            <a:avLst/>
          </a:prstGeom>
          <a:solidFill>
            <a:srgbClr val="7F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Fraunces"/>
              </a:rPr>
              <a:t>全站中文文案 AI 起草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7180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Plus Jakarta Sans"/>
              </a:rPr>
              <a:t>海报 5 站标题、Tag、口癖、persona 文档, 全部由我作为语言模型在构建期生成, 不用模板句。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17720"/>
            <a:ext cx="109728" cy="2286000"/>
          </a:xfrm>
          <a:prstGeom prst="rect">
            <a:avLst/>
          </a:prstGeom>
          <a:solidFill>
            <a:srgbClr val="C9A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46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Fraunces"/>
              </a:rPr>
              <a:t>实时聊天 = 真实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39496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Plus Jakarta Sans"/>
              </a:rPr>
              <a:t>Ollama glm-5.2:cloud 流式响应, 不是写死的假对话。每条回复都带 thinking 链路, 可审计。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4617720"/>
            <a:ext cx="53949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4617720"/>
            <a:ext cx="109728" cy="22860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8463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A1F2E"/>
                </a:solidFill>
                <a:latin typeface="Fraunces"/>
              </a:rPr>
              <a:t>离线 persona 兜底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39496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F2E"/>
                </a:solidFill>
                <a:latin typeface="Plus Jakarta Sans"/>
              </a:rPr>
              <a:t>Ollama 挂了, 自动切到 persona 模板, 莞仔 不会装死, 现场演示永远跑得通。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05 · 现场演示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Fraunces"/>
              </a:rPr>
              <a:t>30 秒看懂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7FB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"/>
              </a:rPr>
              <a:t>打开 H5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40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Plus Jakarta Sans"/>
              </a:rPr>
              <a:t>5 站海报自动滑入, 顶部计数, 莞仔 sprite 待机 idle 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8600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5603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383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"/>
              </a:rPr>
              <a:t>点 莞仔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977640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Plus Jakarta Sans"/>
              </a:rPr>
              <a:t>每站 sprite 切到 wave/blink, AI 模板生成一句带场景的口癖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28600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C9A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Fraunces"/>
              </a:rPr>
              <a:t>聊起来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977640"/>
            <a:ext cx="30175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Plus Jakarta Sans"/>
              </a:rPr>
              <a:t>右下角悬浮气泡 → 聊天抽屉 → Ollama 流式输出 persona 回复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8A4C"/>
                </a:solidFill>
                <a:latin typeface="Plus Jakarta Sans"/>
              </a:rPr>
              <a:t>06 · 价值 &amp; 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A1F2E"/>
                </a:solidFill>
                <a:latin typeface="Fraunces"/>
              </a:rPr>
              <a:t>一次开发, 莞仔 永远在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8A4C"/>
                </a:solidFill>
                <a:latin typeface="Plus Jakarta Sans"/>
              </a:rPr>
              <a:t>对漫博主办方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2120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节省客服人力: 用户 80% 的问题可以交给 莞仔</a:t>
            </a:r>
          </a:p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提升停留时长: 互动 &gt; 浏览, 转化率更高</a:t>
            </a:r>
          </a:p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内容持续产出: 每次问都是一次新内容</a:t>
            </a:r>
          </a:p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数据可回流: 收集用户问什么, 优化下一年展馆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5E9CD2"/>
                </a:solidFill>
                <a:latin typeface="Plus Jakarta Sans"/>
              </a:rPr>
              <a:t>可扩展方向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接企业微信 / 公众号, 让 莞仔 进私域</a:t>
            </a:r>
          </a:p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配 TTS 让 莞仔 开口说, 做漫博语音导览</a:t>
            </a:r>
          </a:p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多 IP 套壳: 漫妹、鹤先生、DreamStory 都能用</a:t>
            </a:r>
          </a:p>
          <a:p>
            <a:pPr algn="l"/>
            <a:r>
              <a:rPr sz="1600" b="0">
                <a:solidFill>
                  <a:srgbClr val="1A1F2E"/>
                </a:solidFill>
                <a:latin typeface="Plus Jakarta Sans"/>
              </a:rPr>
              <a:t>• 训练专属 LoRA, 莞仔 风格 + 主办方知识库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>
              <a:gd name="adj" fmla="val 50000"/>
            </a:avLst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5E6"/>
                </a:solidFill>
                <a:latin typeface="Plus Jakarta Sans"/>
              </a:rPr>
              <a:t>THANK YOU · 记得来 ACTIF 找 莞仔 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